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UBCompass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8D5A2"/>
                </a:solidFill>
              </a:defRPr>
            </a:pPr>
            <a:r>
              <a:t>Campus Navigation Mobile Application for University of Buea</a:t>
            </a:r>
          </a:p>
        </p:txBody>
      </p:sp>
      <p:sp>
        <p:nvSpPr>
          <p:cNvPr id="5" name="Oval 4"/>
          <p:cNvSpPr/>
          <p:nvPr/>
        </p:nvSpPr>
        <p:spPr>
          <a:xfrm>
            <a:off x="3840480" y="3200400"/>
            <a:ext cx="1463040" cy="146304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352044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Introduction &amp; Problem Statement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Solution Overview - What is UBCompass?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Target Audience &amp; Use Cases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System Architecture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Technology Stack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Key Features Deep Dive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Database Design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Live Demo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Future Roadmap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🎯 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🚨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New students struggle to find faculties, lecture halls, and offices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Visitors have difficulty navigating the large UB campus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No existing digital navigation solution for the campus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Indoor navigation is virtually non-existent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Students with disabilities need wheelchair-accessible routes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Paper maps are outdated and hard to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The Solution: UBCompass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Cross-platform mobile app (iOS &amp; Android)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Real-time GPS-based outdoor navigation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Turn-by-turn walking directions between any two points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Indoor floor plans with room-level navigation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Accessibility-aware routing (wheelchair-friendly paths)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Building and room search functionality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Accurate walking time and distance calculations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👥 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Target Audience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Who Uses UBCompass?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User Type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Primary Need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New Students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Find classrooms &amp; faculties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GPS Directions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Visitors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Locate admin buildings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Building Search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Disabled Users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Wheelchair routes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Accessibility Mode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Staff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Find offices &amp;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Indoor Navigation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Event Attendees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Locate venues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Building Details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📖 Use Case: First Day at 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Scenario: A freshman arrives at UB Main Gate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Goal: Find the Faculty of Science (FOS)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Step 1: Open UBCompass app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Step 2: Search for 'Faculty of Science'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Step 3: Tap 'Get Directions'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Step 4: Follow the blue route on the map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Step 5: See live GPS position (blue dot)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Result: Arrives at FOS in 5 minutes!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🏗️ 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914400"/>
          </a:xfrm>
          <a:prstGeom prst="roundRect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📱 UBCompass Mobile App (React Native + Expo)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68880"/>
            <a:ext cx="1920240" cy="548640"/>
          </a:xfrm>
          <a:prstGeom prst="roundRect">
            <a:avLst/>
          </a:prstGeom>
          <a:solidFill>
            <a:srgbClr val="A8D5A2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560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🗺️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468880"/>
            <a:ext cx="1920240" cy="548640"/>
          </a:xfrm>
          <a:prstGeom prst="roundRect">
            <a:avLst/>
          </a:prstGeom>
          <a:solidFill>
            <a:srgbClr val="A8D5A2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560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🔍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1920240" cy="548640"/>
          </a:xfrm>
          <a:prstGeom prst="roundRect">
            <a:avLst/>
          </a:prstGeom>
          <a:solidFill>
            <a:srgbClr val="A8D5A2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560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🏢 Indoor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468880"/>
            <a:ext cx="1920240" cy="548640"/>
          </a:xfrm>
          <a:prstGeom prst="roundRect">
            <a:avLst/>
          </a:prstGeom>
          <a:solidFill>
            <a:srgbClr val="A8D5A2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⚙️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00400"/>
            <a:ext cx="64008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📦 State Management (Zustand)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114800"/>
            <a:ext cx="192024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519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📍 Expo</a:t>
            </a:r>
            <a:br/>
            <a:r>
              <a:t>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4114800"/>
            <a:ext cx="1920240" cy="914400"/>
          </a:xfrm>
          <a:prstGeom prst="round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2519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🗄️ Supabase</a:t>
            </a:r>
            <a:br/>
            <a:r>
              <a:t>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192024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519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🛣️ OSRM</a:t>
            </a:r>
            <a:br/>
            <a:r>
              <a:t>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114800"/>
            <a:ext cx="1920240" cy="914400"/>
          </a:xfrm>
          <a:prstGeom prst="roundRect">
            <a:avLst/>
          </a:prstGeom>
          <a:solidFill>
            <a:srgbClr val="82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2519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🗺️ OpenStreet</a:t>
            </a:r>
            <a:br/>
            <a:r>
              <a:t>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3749039"/>
            <a:ext cx="45720" cy="3200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749039"/>
            <a:ext cx="45720" cy="3200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9240" y="3749039"/>
            <a:ext cx="45720" cy="3200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3749039"/>
            <a:ext cx="45720" cy="3200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User Action → React Component → Custom Hook → External Service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Example: Getting Directions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1. User taps 'Get Directions' button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2. DirectionsScreen component triggered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3. useLocation hook provides GPS coordinates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4. osmRouting utility calls OSRM API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5. Route coordinates returned to state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6. MapView renders route as Polyline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7. ETA calculated using Haversine formula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🛠️ 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🎨 Frontend Technologies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0.81.5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Cross-platform framework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Development platform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5.9.2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Type-safe JavaScript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React Native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5.15.1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Material Design 3 UI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React Native SVG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15.12.1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Floor plan rendering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🌐 Backend &amp; External APIs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Supabase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BaaS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PostgreSQL database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OpenStreetMap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Map 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Outdoor map rendering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OSRM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Routing API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Walking directions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Expo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Device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GPS tracking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Zustand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State Mgmt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Global app state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⭐ 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1: GPS Navigation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1371600" cy="1371600"/>
          </a:xfrm>
          <a:prstGeom prst="ellipse">
            <a:avLst/>
          </a:prstGeom>
          <a:solidFill>
            <a:srgbClr val="A8D5A2"/>
          </a:solidFill>
          <a:ln w="381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Real-time GPS tracking shows user position as a 'blue dot' on the map with walking directions to any campus 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Live GPS tracking with accuracy circle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OSRM API for actual walking paths (not straight lines)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Turn-by-turn route visualization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Distance and ETA calculations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Works with any starting point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2: Indoor Navigation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1371600" cy="1371600"/>
          </a:xfrm>
          <a:prstGeom prst="ellipse">
            <a:avLst/>
          </a:prstGeom>
          <a:solidFill>
            <a:srgbClr val="A8D5A2"/>
          </a:solidFill>
          <a:ln w="381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SVG-based floor plans allow navigation inside buildings with room-level directions using Dijkstra's shortest path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Interactive SVG floor plans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Pinch-to-zoom and pan gestures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Room tap selection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Floor switching (G, 1, 2, etc.)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Dijkstra's algorithm for shortest path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3: Accessibility Mode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1371600" cy="1371600"/>
          </a:xfrm>
          <a:prstGeom prst="ellipse">
            <a:avLst/>
          </a:prstGeom>
          <a:solidFill>
            <a:srgbClr val="A8D5A2"/>
          </a:solidFill>
          <a:ln w="381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When enabled, all routes automatically avoid stairs and prefer ramps and accessible entrances.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Global toggle in Settings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Indoor routing avoids stairs nodes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Shows accessible entrance info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Ramp-only floor transitions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Visual indicator when active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4: Smart Search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1371600" cy="1371600"/>
          </a:xfrm>
          <a:prstGeom prst="ellipse">
            <a:avLst/>
          </a:prstGeom>
          <a:solidFill>
            <a:srgbClr val="A8D5A2"/>
          </a:solidFill>
          <a:ln w="381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Instant search across all campus buildings and rooms with category filtering and recent search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Real-time filtering as you type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Search by building name or room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Category icons (faculty, admin, facility)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Recent searches saved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Direct navigation from results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5: Accurate ETA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1371600" cy="1371600"/>
          </a:xfrm>
          <a:prstGeom prst="ellipse">
            <a:avLst/>
          </a:prstGeom>
          <a:solidFill>
            <a:srgbClr val="A8D5A2"/>
          </a:solidFill>
          <a:ln w="381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Walking time estimates use the Haversine formula for distance and realistic walking speeds.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Haversine formula accounts for Earth's curvature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Default walking speed: 5 km/h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Example: 500m ≈ 6 minutes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Example: 1 km ≈ 12 minutes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✓ Updates based on actual route distance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🗄️ 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PostgreSQL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Buildings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buildings table: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id (UUID, primary key)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name, short_name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latitude, longitude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floors, has_indoor_map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category, image_url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accessible_entrance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opening_hours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Rooms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rooms table: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id (UUID, primary key)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building_id (foreign key)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name, room_number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floor, type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node_x, node_y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  - accessible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🏛️ Seeded Campus Buildings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Building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Coordinates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Main Gate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Facility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4.1537, 9.2837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Faculty of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4.1549, 9.2841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Faculty of Engineering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Faculty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4.1558, 9.2853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Administration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4.1540, 9.2855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University Library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Facility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4.1545, 9.2860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Sports 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4.1520, 9.2840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🧮 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Algorithms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📐 Haversine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Purpose: Calculate distance between two GPS coordinates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Formula: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  a = sin²(Δφ/2) + cos(φ1) × cos(φ2) × sin²(Δλ/2)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  c = 2 × atan2(√a, √(1−a))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  d = R × c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Where: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  R = Earth's radius (6,371 km)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  φ = latitude in radians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  λ = longitude in radians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🛤️ Dijkstra's Shortest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Purpose: Find shortest path between rooms indoors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How it works: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1. Build graph from room connections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2. Initialize: start = 0, all others = ∞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3. Process nodes by shortest distance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4. Update neighbor distances if shorter path found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5. Continue until destination reached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6. Backtrack to reconstruct path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Accessibility Mode: Filters out 'stairs' nodes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🎬 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Step 1: App Launch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645920"/>
            <a:ext cx="1828800" cy="182880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1A"/>
                </a:solidFill>
              </a:defRPr>
            </a:pPr>
            <a:r>
              <a:t>Show splash screen and initial map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303520"/>
            <a:ext cx="18288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3766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⏱️ 30 sec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Step 2: GPS Permission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645920"/>
            <a:ext cx="1828800" cy="182880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1A"/>
                </a:solidFill>
              </a:defRPr>
            </a:pPr>
            <a:r>
              <a:t>Grant location, show blue dot appearing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303520"/>
            <a:ext cx="18288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3766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⏱️ 30 sec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Step 3: Search Building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645920"/>
            <a:ext cx="1828800" cy="182880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1A"/>
                </a:solidFill>
              </a:defRPr>
            </a:pPr>
            <a:r>
              <a:t>Search 'Faculty of Science', view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303520"/>
            <a:ext cx="18288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3766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⏱️ 1 min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Step 4: Get Directions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645920"/>
            <a:ext cx="1828800" cy="182880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1A"/>
                </a:solidFill>
              </a:defRPr>
            </a:pPr>
            <a:r>
              <a:t>Show route, distance chip, ETA chip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303520"/>
            <a:ext cx="18288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3766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⏱️ 1 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Step 5: Indoor Navigation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645920"/>
            <a:ext cx="1828800" cy="182880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1A"/>
                </a:solidFill>
              </a:defRPr>
            </a:pPr>
            <a:r>
              <a:t>Select floor, find room, show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303520"/>
            <a:ext cx="18288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3766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⏱️ 2 min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Step 6: Accessibility Mode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645920"/>
            <a:ext cx="1828800" cy="1828800"/>
          </a:xfrm>
          <a:prstGeom prst="ellipse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1A"/>
                </a:solidFill>
              </a:defRPr>
            </a:pPr>
            <a:r>
              <a:t>Toggle on, show route avoiding stairs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303520"/>
            <a:ext cx="18288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3766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⏱️ 30 sec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🚀 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🔮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Coming Soon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Short-term: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More indoor maps (FET, FSMS)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Offline map caching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Campus events integration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Voice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Future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Long-term: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Augmented Reality (AR) overlay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Real-time bus tracking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Crowd density indicators</a:t>
            </a:r>
          </a:p>
          <a:p>
            <a:pPr>
              <a:spcBef>
                <a:spcPts val="800"/>
              </a:spcBef>
              <a:defRPr sz="1600">
                <a:solidFill>
                  <a:srgbClr val="1A1A1A"/>
                </a:solidFill>
              </a:defRPr>
            </a:pPr>
            <a:r>
              <a:t>• Multi-language support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Development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Project Setup &amp; Structure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Supabase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Outdoor Navigation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Search &amp;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Indoor Navigation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Settings &amp;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7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Polish &amp; Integration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>
                    <a:solidFill>
                      <a:srgbClr val="F6FB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Phase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Testing &amp;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🔄 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🏆 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Cross-platform: Single codebase for iOS and Android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Real-world data: Actual UB campus coordinates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Accessibility-first: Wheelchair-friendly routing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Open-source stack: No vendor lock-in, completely free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Modern UI: Material Design 3 compliance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Accurate navigation: GPS + OSRM routing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Indoor innovation: SVG floor plans with pathfinding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9144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UBCompass - Navigating the Future of Campus Mobility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Supervisor: Dr. Mougnol Romeo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Development Team: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University of Buea, Cameroon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5A2"/>
                </a:solidFill>
              </a:defRPr>
            </a:pPr>
            <a:r>
              <a:t>❓ We're happy to answer your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